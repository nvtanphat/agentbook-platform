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4D"/>
                </a:solidFill>
              </a:rPr>
              <a:t>ML STARTER PACK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766E"/>
                </a:solidFill>
              </a:rPr>
              <a:t>Starter Pack học nhanh - tài liệu, Excel, slide và infographic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Mục tiêu: hiểu quy trình ML, biết chọn mô hình, đánh giá đúng metric và làm mini project có báo cáo.</a:t>
            </a:r>
            <a:endParaRPr lang="en-US" sz="1600" dirty="0"/>
          </a:p>
        </p:txBody>
      </p:sp>
      <p:pic>
        <p:nvPicPr>
          <p:cNvPr id="5" name="Image 0" descr="/mnt/data/a_clean_infographic_poster_on_a_white_background_s.png">    </p:cNvPr>
          <p:cNvPicPr>
            <a:picLocks noChangeAspect="1"/>
          </p:cNvPicPr>
          <p:nvPr/>
        </p:nvPicPr>
        <p:blipFill>
          <a:blip r:embed="rId1"/>
          <a:srcRect l="2024" r="2024" t="0" b="0"/>
          <a:stretch/>
        </p:blipFill>
        <p:spPr>
          <a:xfrm>
            <a:off x="6720840" y="1051560"/>
            <a:ext cx="475488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80060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E6F4F1"/>
          </a:solidFill>
          <a:ln w="12700">
            <a:solidFill>
              <a:srgbClr val="B8E4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001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4D"/>
                </a:solidFill>
              </a:rPr>
              <a:t>Bộ tài liệu gồm: DOCX 20 trang  •  XLSX tracker  •  PPTX thuyết trình  •  2 infographic PNG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học ML 5 bước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Đi từ dữ liệu đến triển khai, không nhảy thẳng vào mô hình phức tạp.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pic>
        <p:nvPicPr>
          <p:cNvPr id="5" name="Image 0" descr="/mnt/data/a_clean_infographic_poster_on_a_white_background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301" y="1325880"/>
            <a:ext cx="8204918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Machine Learning là gì?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ML cho máy tính học quy luật từ dữ liệu thay vì viết toàn bộ luật bằng tay.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309981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Dữ liệu đầu vào: bảng, ảnh, văn bản, log, tín hiệu cảm biến.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Ví dụ: thông tin khách hàng hoặc gói tin mạng.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1920240"/>
            <a:ext cx="309981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Mô hình học mối quan hệ giữa input và label.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Ví dụ: Logistic Regression, Random Forest, Neural Network.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5636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7032" y="1920240"/>
            <a:ext cx="309981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Dự đoán trên dữ liệu mới.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Ví dụ: spam/không spam, giá nhà, attack/BENIGN.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Quy trình dự án ML chuẩn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Pipeline rõ ràng giúp tránh leakage và kết quả ảo.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0B1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Xác định bài toán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92808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4F1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Khám phá dữ liệu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520440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95344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05072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Tiền xử lý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148072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2976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4F1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52744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32704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Train baseline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775704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0B1F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0336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Đánh giá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403336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6F4F1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87968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Tuning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030968" y="2404872"/>
            <a:ext cx="228600" cy="3200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5872" y="21031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0B1F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356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0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Báo cáo/triển khai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2960" y="4206240"/>
            <a:ext cx="1033272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Không dùng test set để tuning.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Fit scaler/encoder trên train, rồi transform validation/test.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Ghi seed, dataset version, metric và cấu hình experiment.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Dữ liệu quyết định trần chất lượng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Feature tốt + label đúng thường quan trọng hơn đổi model liên tục.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Feature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287121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Biến đầu vào dùng để dự đoán.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Ví dụ: tuổi, thu nhập, Flow Duration, Packet Length.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5636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Label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1920240"/>
            <a:ext cx="287121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Nhãn đúng hoặc target cần học.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Ví dụ: spam, BENIGN, giá điện, nhu cầu bán hàng.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56362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Leakage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94192" y="1920240"/>
            <a:ext cx="287121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Rò rỉ dữ liệu: thông tin đáp án lọt vào train.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Đây là lỗi làm kết quả đẹp nhưng không thật.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Chọn model theo bài toán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Bắt đầu bằng baseline dễ hiểu trước, sau đó mới tăng độ phức tạp.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011680"/>
            <a:ext cx="2825496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Linear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Random Forest Regressor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Neural Network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65506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36592" y="2011680"/>
            <a:ext cx="2825496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Logistic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Decision Tree/Random Forest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SVM, KNN, Naive Bayes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50876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65506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Time Series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31352" y="2011680"/>
            <a:ext cx="2825496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Lag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Tree/Deep Learning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Walk-forward 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Optimizer trong Deep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Optimizer quyết định cách cập nhật trọng số dựa trên gradient.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09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SGD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65960"/>
            <a:ext cx="2871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Đơn giản, dễ hiểu, cần learning rate tốt.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609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Momentum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1965960"/>
            <a:ext cx="2871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Thêm quán tính để giảm dao động.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21040" y="14630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6093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RMSProp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5632" y="1965960"/>
            <a:ext cx="2871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Tự điều chỉnh bước học theo từng tham số.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667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Adam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4023360"/>
            <a:ext cx="2871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Phổ biến, dễ dùng cho người mới.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6667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AdamW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45152" y="4023360"/>
            <a:ext cx="287121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Adam + weight decay tách riêng, hay dùng hiện đại.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Metric đánh giá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Accuracy không đủ khi dữ liệu mất cân bằng.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pic>
        <p:nvPicPr>
          <p:cNvPr id="5" name="Image 0" descr="/mnt/data/a_clean_infographic_poster_on_a_white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306" y="1325880"/>
            <a:ext cx="8448628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Overfitting và Regularization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Đừng chỉ nhìn train score; hãy so sánh train với validation/test.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Underfitting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296265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Mô hình quá đơn giản.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Train kém, validation cũng kém.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Cách xử lý: tăng feature, tăng model capacity, train lâu hơn.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Fit tốt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1920240"/>
            <a:ext cx="296265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Train và validation đều ổn.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Gap nhỏ, metric phù hợp bài toán.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Mục tiêu là tổng quát hóa tốt.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Overfitting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02752" y="1920240"/>
            <a:ext cx="296265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Train rất tốt nhưng validation/test kém.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Cách xử lý: regularization, dropout, early stopping, thêm data.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Mini project ML nên làm thế nào?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Một bài demo tốt cần đủ dữ liệu, metric, bảng so sánh và nhận xét lỗi.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78992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Chọn dataset nhỏ nhưng sạch: Titanic, Housing, Iris, Breast Cancer hoặc CICIDS sample.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Làm EDA: label distribution, missing values, correlation, outlier.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Train ít nhất 2 baseline: Logistic/Linear Regression và Random Forest.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Báo cáo metric chính + confusion matrix hoặc MAE/RMSE/WAPE.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Viết nhận xét: mô hình tốt nhất, lỗi còn lại, hướng cải thiện.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892040"/>
            <a:ext cx="9966960" cy="621792"/>
          </a:xfrm>
          <a:prstGeom prst="roundRect">
            <a:avLst>
              <a:gd name="adj" fmla="val 7353"/>
            </a:avLst>
          </a:prstGeom>
          <a:solidFill>
            <a:srgbClr val="E6F4F1"/>
          </a:solidFill>
          <a:ln w="12700">
            <a:solidFill>
              <a:srgbClr val="B8E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507492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4D"/>
                </a:solidFill>
              </a:rPr>
              <a:t>Quy tắc: test set chỉ dùng một lần cuối cùng để báo cáo.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Lịch học 8 tuần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Dùng file Excel đi kèm để tick trạng thái và tự đánh giá.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Tuần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Python, Numpy, Pandas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38728" y="14173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5636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Tuần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9202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EDA + thống kê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91656" y="14173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636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Tuần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6248" y="19202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Supervised learning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44584" y="14173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9176" y="15636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Tuần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09176" y="19202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Tree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6210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Tuần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39776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38728" y="34747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6210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Tuần 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39776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Cross-validation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91656" y="34747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36210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Tuần 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56248" y="39776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Pipeline chống leakage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44584" y="34747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9176" y="362102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Tuần 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09176" y="3977640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Mini project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Nguồn học tiếp theo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Tập trung học chắc scikit-learn trước, sau đó mới đi sâu Deep Learning.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42416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Dive into Deep Learning: optimization, deep learning cơ bản.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scikit-learn User Guide: model selection, metrics, pipeline.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Deep Learning Book: chương Optimization for Training Deep Models.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Stanford CS231n: neural network, regularization, optimization.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10424160" cy="822960"/>
          </a:xfrm>
          <a:prstGeom prst="roundRect">
            <a:avLst>
              <a:gd name="adj" fmla="val 5556"/>
            </a:avLst>
          </a:prstGeom>
          <a:solidFill>
            <a:srgbClr val="E6F4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0749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4D"/>
                </a:solidFill>
              </a:rPr>
              <a:t>Kết thúc: học ML đúng quy trình = dữ liệu sạch + baseline rõ + metric đúng + báo cáo trung thực.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0" y="6473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Starter Pack  • 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Starter Pack</dc:title>
  <dc:subject>Machine Learning Starter Pack</dc:subject>
  <dc:creator>OpenAI</dc:creator>
  <cp:lastModifiedBy>OpenAI</cp:lastModifiedBy>
  <cp:revision>1</cp:revision>
  <dcterms:created xsi:type="dcterms:W3CDTF">2026-05-07T07:32:42Z</dcterms:created>
  <dcterms:modified xsi:type="dcterms:W3CDTF">2026-05-07T07:32:42Z</dcterms:modified>
</cp:coreProperties>
</file>